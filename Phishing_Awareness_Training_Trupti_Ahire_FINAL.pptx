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/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400"/>
              <a:t>Cyber Security Internship – CodeAlpha</a:t>
            </a:r>
          </a:p>
          <a:p>
            <a:r>
              <a:rPr sz="2400"/>
              <a:t>Name: Trupti Ahire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5400"/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400"/>
              <a:t>Phishing is a cyber attack where attackers try to steal </a:t>
            </a:r>
            <a:r>
              <a:rPr sz="4400">
                <a:latin typeface="+mj-lt"/>
              </a:rPr>
              <a:t>sensitive</a:t>
            </a:r>
            <a:r>
              <a:rPr sz="4400"/>
              <a:t> information like passwords, OTPs and bank details by pretending to be a trusted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5400"/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</a:t>
            </a:r>
            <a:r>
              <a:rPr sz="4400"/>
              <a:t>Email</a:t>
            </a:r>
            <a:r>
              <a:t> </a:t>
            </a:r>
            <a:r>
              <a:rPr sz="4400"/>
              <a:t>Phishing</a:t>
            </a:r>
          </a:p>
          <a:p>
            <a:r>
              <a:rPr sz="4400"/>
              <a:t>• SMS Phishing (Smishing)</a:t>
            </a:r>
          </a:p>
          <a:p>
            <a:r>
              <a:rPr sz="4400"/>
              <a:t>• Spear Phishing</a:t>
            </a:r>
          </a:p>
          <a:p>
            <a:r>
              <a:rPr sz="4400"/>
              <a:t>• Fake Websites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/>
              <a:t>How to Identify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</a:t>
            </a:r>
            <a:r>
              <a:rPr sz="4400"/>
              <a:t>Urgent language (Act Now!)</a:t>
            </a:r>
          </a:p>
          <a:p>
            <a:r>
              <a:rPr sz="4400"/>
              <a:t>• Unknown sender email address</a:t>
            </a:r>
          </a:p>
          <a:p>
            <a:r>
              <a:rPr sz="4400"/>
              <a:t>• Suspicious links</a:t>
            </a:r>
          </a:p>
          <a:p>
            <a:r>
              <a:rPr sz="4400"/>
              <a:t>• Spelling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/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/>
              <a:t>Attackers manipulate people emotionally to steal confidential information.</a:t>
            </a:r>
          </a:p>
          <a:p>
            <a:endParaRPr/>
          </a:p>
          <a:p>
            <a:r>
              <a:rPr sz="3200"/>
              <a:t>Examples:</a:t>
            </a:r>
          </a:p>
          <a:p>
            <a:r>
              <a:rPr sz="3200"/>
              <a:t>• Fake bank call</a:t>
            </a:r>
          </a:p>
          <a:p>
            <a:r>
              <a:rPr sz="3200"/>
              <a:t>• Fake job offer</a:t>
            </a:r>
          </a:p>
          <a:p>
            <a:r>
              <a:rPr sz="3200"/>
              <a:t>• Lottery scam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/>
              <a:t>Prevention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</a:t>
            </a:r>
            <a:r>
              <a:rPr sz="3200"/>
              <a:t>Do not click unknown links</a:t>
            </a:r>
          </a:p>
          <a:p>
            <a:r>
              <a:rPr sz="3200"/>
              <a:t>• Verify sender email carefully</a:t>
            </a:r>
          </a:p>
          <a:p>
            <a:r>
              <a:rPr sz="3200"/>
              <a:t>• Enable Two-Factor Authentication (2FA)</a:t>
            </a:r>
          </a:p>
          <a:p>
            <a:r>
              <a:rPr sz="3200"/>
              <a:t>• Use strong passwords</a:t>
            </a:r>
          </a:p>
          <a:p>
            <a:r>
              <a:rPr sz="3200"/>
              <a:t>• Verify before sharing personal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/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</a:t>
            </a:r>
            <a:r>
              <a:rPr sz="3600"/>
              <a:t>. Should you share OTP with anyone?</a:t>
            </a:r>
          </a:p>
          <a:p>
            <a:r>
              <a:rPr sz="3600"/>
              <a:t>2. What is 2FA?</a:t>
            </a:r>
          </a:p>
          <a:p>
            <a:r>
              <a:rPr sz="3600"/>
              <a:t>3. How can you identify a fake email?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54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600"/>
              <a:t>Phishing attacks are increasing daily.</a:t>
            </a:r>
          </a:p>
          <a:p>
            <a:r>
              <a:rPr sz="3600"/>
              <a:t>Awareness and careful behavior are the best defenses.</a:t>
            </a:r>
          </a:p>
          <a:p>
            <a:endParaRPr/>
          </a:p>
          <a:p>
            <a:r>
              <a:rPr sz="3600"/>
              <a:t>Stay Alert, Stay Secure!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9</TotalTime>
  <Words>187</Words>
  <Application>Microsoft Macintosh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Metro</vt:lpstr>
      <vt:lpstr>Phishing Awareness Training</vt:lpstr>
      <vt:lpstr>What is Phishing?</vt:lpstr>
      <vt:lpstr>Types of Phishing</vt:lpstr>
      <vt:lpstr>How to Identify Phishing Email</vt:lpstr>
      <vt:lpstr>Social Engineering</vt:lpstr>
      <vt:lpstr>Prevention Tips</vt:lpstr>
      <vt:lpstr>Quick Quiz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DELL</dc:creator>
  <dc:description>generated using python-pptx</dc:description>
  <cp:lastModifiedBy>DELL</cp:lastModifiedBy>
  <cp:revision>2</cp:revision>
  <dcterms:created xsi:type="dcterms:W3CDTF">2013-01-27T09:14:16Z</dcterms:created>
  <dcterms:modified xsi:type="dcterms:W3CDTF">2026-03-03T15:21:51Z</dcterms:modified>
</cp:coreProperties>
</file>